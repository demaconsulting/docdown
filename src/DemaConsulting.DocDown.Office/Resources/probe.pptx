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CDFB-C023-DEBC-D399-2C7D4FC5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3EFC8-A652-B2C4-3E22-22634C9E4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1379A-4A2B-E06D-279F-7DE0BE01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72005-4778-D9FB-3D08-D43AD2C5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971F5-8E08-7C95-629B-6D7F38DE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4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3E6D-FFA2-C9C1-9243-08374C5A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BA3A1-C86F-C7E4-EDC1-995AB3ACC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EAEB9-44CB-9B25-B3E1-5495DD4A1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FD415-1F90-924A-11ED-B51BD303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713C6-FB33-3363-D11F-B692461B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2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9EA5-A68A-7FB9-0C30-3ADACF87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2E34B-AD67-6604-C747-38075D158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E8F9F-EAE8-5971-0B26-21E670B8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7D7A5-67A2-E031-60B5-3125B242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ACB66-0DA5-CC6F-477E-71120052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3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C6D08-3574-9EFF-237B-5439C758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9C9B-7B07-2004-6712-64C7F2003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CC307-356E-2DC2-C0D1-E0C194687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77EC9-19CF-B04F-CA81-41CFA5C6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44C5C-E083-3F48-D7A1-F0BB068A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B1571-D5B0-7E41-0A9A-F2C243FB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5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9C93-A445-6B28-8F6E-968BC1EC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AB974-1D3F-524F-703A-9AF9AE193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05CE1-2F11-8A4A-33DB-FE827AA18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09C31-B442-9E73-08DA-77ECB6910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F44AE-2982-7468-7AA5-2F55864E2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A0AB2-1DA1-228E-4C8B-D5A5DAFA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B5744-0823-C343-A589-4814552B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85830-96AE-FCE9-FCE4-8EF589C4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0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BE89-1A66-C891-C2BA-020AB7C2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97AE6-DF35-B8EE-3F39-66A1AD32D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B9CE7-6194-F9BC-D8F1-23A618409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F5E00-9BBC-DC27-4993-0C2BDDC5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62822-A2F5-C732-188D-B7D6C3CC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FFF69-9867-3E14-A3FB-512290C7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8388F-FDE7-ADBE-B4DA-78D9B938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8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47F-9AC2-1AD6-1D47-EC6B2BFE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EF695-169D-CDEC-FF3B-D66EAF409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62EC8-EC0E-7468-82F8-087F2E66A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10D54-2CD5-8DD2-A792-DA1E6245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06ED7-EFBA-3A2C-0547-115ECD75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C31B2-73DA-E669-485A-DBF9A1546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5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4A0B-29D1-945D-2FCC-28E059B1B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4D5D0-EE67-6D28-6F09-CFBF6EC04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037D2-1698-4DA7-2254-E0FA58B78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76E05-E892-801B-02E6-ABD1AB805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3B926-1974-AF12-1168-723CAD82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F5037-0D12-114E-5430-A3A81954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8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0924-1460-80E6-3F75-5C8BBB71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91318-D611-CB1F-17D8-1AC521CB2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7EA24-C90D-FE7F-B9C3-548B5742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9C19-F79C-F50B-4BEA-66435C43A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21C5-460E-87F8-7CDF-FA668733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8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E9DCF-05FA-01E8-3969-2F1781406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C8F9C-31E2-4A39-E574-2707E54ED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D95CD-0065-88DD-15D6-FA45888E9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6A7E5-876C-0638-5DCD-1A57678F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33C3A-4C38-79CE-8DA7-389AF795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55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48B4-7953-A3DB-1159-969F45A1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E5363-C4E6-4F48-54B9-872B073E4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7C84-4C50-DFA3-B24A-52850D31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5EE8C-F8A5-AC04-07CF-2CF2A977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BF8F4-85A7-AECE-6025-D6AE549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5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2752C-F076-8929-141A-118EFDDA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04CC0-5499-EFF8-7C20-59B4D79E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AF159-FF22-CE94-4FD0-CEB4E1304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0EAC7-992C-4CA6-9D14-3BCD96CA3D1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8F865-0FE2-ECE2-8365-A15270B1A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ABCFD-D5AF-8F6E-4C5F-A85EFA233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7235F-9A5B-4BB7-BF96-30ABC80BF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4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DF8E-3CAD-F048-D4C1-FA668AAE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DocDown self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785C3-62DD-04A4-57F5-0A50B2EAA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bullet</a:t>
            </a:r>
          </a:p>
          <a:p>
            <a:r>
              <a:rPr lang="en-US"/>
              <a:t>Second bullet</a:t>
            </a:r>
          </a:p>
        </p:txBody>
      </p:sp>
    </p:spTree>
    <p:extLst>
      <p:ext uri="{BB962C8B-B14F-4D97-AF65-F5344CB8AC3E}">
        <p14:creationId xmlns:p14="http://schemas.microsoft.com/office/powerpoint/2010/main" val="32490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69F9-C1A2-8702-6F45-D07263EE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03F7A-42DF-CC70-D325-60D493A42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text on the second slide</a:t>
            </a:r>
          </a:p>
        </p:txBody>
      </p:sp>
    </p:spTree>
    <p:extLst>
      <p:ext uri="{BB962C8B-B14F-4D97-AF65-F5344CB8AC3E}">
        <p14:creationId xmlns:p14="http://schemas.microsoft.com/office/powerpoint/2010/main" val="571608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07a686a-7bcc-4a70-afc9-fba7c561bcdc}" enabled="1" method="Standard" siteId="{72c5840f-f77e-40bb-880d-07060602953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DocDown self test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DocDown self test</dc:title>
  <dc:creator>DocDown</dc:creator>
  <cp:lastModifiedBy>DocDown</cp:lastModifiedBy>
  <cp:revision>1</cp:revision>
  <dcterms:created xsi:type="dcterms:W3CDTF">2026-09-14T05:28:45Z</dcterms:created>
  <dcterms:modified xsi:type="dcterms:W3CDTF">2026-09-14T05:28:45Z</dcterms:modified>
</cp:coreProperties>
</file>